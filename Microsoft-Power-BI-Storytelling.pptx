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8" d="100"/>
          <a:sy n="98" d="100"/>
        </p:scale>
        <p:origin x="8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34c69b0b-a50b-4a4c-a972-8b22456a847d}">
  <we:reference id="WA200003233" version="2.0.0.3" store="en-US" storeType="OMEX"/>
  <we:alternateReferences/>
  <we:properties>
    <we:property name="Microsoft.Office.CampaignId" value="&quot;none&quot;"/>
    <we:property name="reportUrl" value="&quot;/groups/me/reports/c0c1eb7f-a735-4bb4-94d1-8e7fa49f6d8e/9fa55c58d42f521035e6?bookmarkGuid=ba7117d1-df82-458e-9005-21f21420bca2&amp;bookmarkUsage=1&amp;ctid=1490b17d-5dc9-4cbf-aeba-a2e854f521b8&amp;fromEntryPoint=export&quot;"/>
    <we:property name="reportState" value="&quot;CONNECTED&quot;"/>
    <we:property name="artifactViewState" value="&quot;live&quot;"/>
    <we:property name="reportEmbeddedTime" value="&quot;2026-07-10T19:40:10.358Z&quot;"/>
    <we:property name="creatorSessionId" value="&quot;19d3fbfa-24b4-4dbf-838c-1e51e97b82b7&quot;"/>
    <we:property name="creatorUserId" value="&quot;10032004F226D285&quot;"/>
    <we:property name="creatorTenantId" value="&quot;1490b17d-5dc9-4cbf-aeba-a2e854f521b8&quot;"/>
    <we:property name="pageDisplayName" value="&quot;Page 1&quot;"/>
    <we:property name="pageName" value="&quot;9fa55c58d42f521035e6&quot;"/>
    <we:property name="reportName" value="&quot;zepto_dashboard&quot;"/>
    <we:property name="isVisualContainerHeaderHidden" value="false"/>
    <we:property name="isFiltersActionButtonVisible" value="true"/>
    <we:property name="initialStateBookmark" value="&quot;H4sIAAAAAAAAA+1a227jNhD9FUPPxkKkRF3y5nhdoEiTeOPFokARLChy5GjDSC5FuXGD/HuHlL2xAydOc7Pd9MnWkJzL4eGQI/HGk0U9UXx2wq/AO/AOq+ryiuvLDvG6XjmXnZ4eHffOjr6f9I4HKK4mpqjK2ju48QzXYzDfirrhympA4R/nXY8rNeRj+5RzVUPXm4Cuq5Kr4m9oO2OT0Q3cdj24nqhKc6tyZLgBq3aK3fEZbZNPAVrkwhRTGIEwrTTNOWOCJTKkOaPEDxhE2K1uOzjP1naxqp35flUaXpRoxsoEp4mfpWEeijQIqYgky628Lsqxmjt8N/brbGJRMXBtsura4pH9QMNW0+0tBkRomkmZhFxIxhI/FX5E7ei8UGZuMJsNricasUIEW209OeWlAOk5QDTUbfw33jHwutEOlcFKw6hqtIAzcJ4OSlOYGeoZXQAY4lk/hrpC2J30a2W46qBANtZR23pR/dXXgHhL78C/PUfJo9EKruW8aSVgfNAS9OHMBfO50Is5ot17/r5NIOg59giDiEJMeB4w4efSF+CznYC8jwCPK13A/oO+EkoLOyQE/JRQwhMa81AmvuBbhr03HXdGoBTCijQpBOwx7utiaYEPUuoLksZx6OchjUUW8mwHgD8+G+453G0ELci4I+Q84dRnJJdJTkOawQ6A/LmoRdWUZs+RXgqjhVtQP+ckokEeUUpCSGUcbhnuX086tanE5T4n7+UYWqDTjAVEBmGaywyyKM0xhW8Z6NPGdKp8/8G+H0cLOJMZJmuKx5I0S+I4ozSJdyCR9Kaq8wWf9hfu1ShasCPKCI2zVAaRSCPBGIPNW+PibCNcQKt49yvVXJUvc1S0+tdh3d08473xWMOYm/nj4NXdc3Welf3SlPMJY89hhWpqxBjkIdf9C67Nc8mxpYBvzxeVJnb9sVRL9hfTZx1/ZT6cu5qRhXEKUSaiJM1ZlEia5f+zdoN7V3ryXTeTCcyLq5eRV1ZlY3abtY8GvEXyAg8YUjdMYkJlQLAeTF5QjbwFUv+avK/hhJyfcEHOi7iH6tHuLqzojQukxsE4nWuXyFri/f5qjFudznnGpBDkfiKI8HkeZiwkdPNbtg+eMReMHAIOmVeQd0mEvGTLb93b7fy5Mfwt5tAYkiQJKPMhJymJ/CBmm4uyt6bzz2PS7lH54b3Q/0+fXB+N+/34O2dGy108twoSpWFIUhH7PI5JJrbO3R1PxU8rud7vZFA15jQf2fcWz3ofsAfZf+dqPkIyguVeSuKExhmRUcw2f7Taesrf7XX7kYuHd/Fn+ey0FUf4lBeKZwq+NLztub9p09g4BmuuEAQyIjKPwywkQvKQSSk3f1jdiZW5VcA/2lp4PFNtpJ8qajNSmFb0k+r5b1w17oLPG+yHDh1eWj3uElBrRlfK/VuYxr1awRRU2/pnA3qGtlyP1sann0qxa1Gjm4pPaguHvWyEIgnOqSOYvU0g1uqwKMuFScuEdX4u0fgBT5+k5j4T1+l6aOwyedaOQ6GuKmMRWOC2oEDZKNUeYywWd9TxrkCP3UcdDLCecAFDXoJDetICZq+PYLObbWlNuf/a/v5WYG5raersILTu9pjnjCBzC8yWGwZYxz3nlnPuH1iPgaHeJgAA&quot;"/>
    <we:property name="bookmark" value="&quot;H4sIAAAAAAAAA+1aW2/bNhT+K4GejUKkRF3ylrgZMGxt3booBgzBwMuRo4aRPIry4gX57zuk7MYOnDjLzfKyJ1uH5Ll8/HjII/EqUGUz1Xz+kV9AcBgc1/X5BTfnByQYBFUnSwSkLOeC5IqAUImKpcTWemrLumqCw6vAcjMB+61sWq6dIhT+fjoIuNYjPnFPBdcNDIIpmKauuC7/hq4zNlnTwvUggMuprg13KseWW3BqZ9gdn9EF8i5Ci1zacgZjkLaT5gVnTLJMxbRglIQRgwS7NV0H79nGLk61Nz+sK8vLCs04meQ0C0UeF7HMo5jKRLHCyZuymuiFwzdjv86nDhwLl1bUlw4P8R0NO03X1xgQoblQKou5VIxlYS7DhLrRRantwqCYn1xODWKFCHbajtSMVxJU4AEx0HTxXwUfgDet8aicrDWM69ZI+ALe05PKlnaOesZnAJYEzo+RqRF2L/1aW64PUKBa56hrPav/GhpAvFVwGF6fouTeaCU3atG0FjA+GAXmeO6DeV+a5RzRwS1/XyYQ9Bx7xFFCISW8iJgMCxVKCFkvIB8iwJPalLD/oK+F0sEOGYEwJ5TwjKY8Vlko+Y5hP5pNDsagNcKKNCkl7DHum2LpgI9yGkqSp2kcFjFNpYi56AHwH76M9hzuLoIOZNwRCp5xGjJSqKygMRXQA5Dfl42s28ruOdIrYXRwSxoWnCQ0KhJKSQy5SuMdw/3zx4PG1vJ8n5P3agwd0LlgEVFRnBdKgEjyAlP4joH+1NqDuth/sG/H0QHOlMBkTfFYkossTQWlWdqDRHI00wef8Wl/4V6PogM7oYzQVOQqSmSeSMYYbN8al2cb6QNax3tY6/aiepqjstO/CevB9hk/mkwMTLhdPJ48u3u+3HOyn9pqMWHsMazQbYMYgzrmZnjGjX0sOXYU8PXpstLErt9Xasnhcvqc48/Mh1NfM7I4zSERMsnygiWZoqL4n7Vb3Lsw0z9MO53Corh6GnlVXbW236y9N+Adkhd4xJC6cZYSqiKC9WD2hGrkJZD61+R9DifU4oQLalHE3VWPDvqworcukAYH43RuXCIbiffbszFufToXGZNCVISZJDLkRSxYTOj2t2xvPGMuGTkCHLKoIG+SCHnKlt+51+/8uTX8HebQFLIsiygLoSA5ScIoZduLspem849jUv+ofPdeGP6nT673xv16/F0wo+MunlslSfI4JrlMQ56mRMidc7fnqfhhJdfrnQzq1n4qxu69xaPeB+xB9u9dzUeIIFju5STNaCqISlK2/aPVzlN+v9ftWy4eXsWf1bPTThzhM15qLjR8bnnXc3/TpnVxnGy4QhCphKgijUVMpOIxU0pt/7Dai5W5U8Df2lq4P1NtpZ8uGzvWmFbMg+r5b1y3/oLPC+yHHh1eOT3+ElBnxtTa/1uaxr1awwx01/pnC2aOtnyPzsa7H0qxa9mgm5pPGweHu2yEIgXeqV9g/jKBOKujsqqWJh0TNvm5QuM7PH2QmttM3KTrrrGr5Nk4DoWmrq1DYInbkgJVq3V3jHFY3FAnuAAz8R91MMBmyiWMeAUe6WkHmLs+gs1+tpUz5f8b9/tribmto6m3g9D622OBN+ON/QPVSCmwtSYAAA==&quot;"/>
    <we:property name="datasetId" value="&quot;c7f7c58a-1f9e-4e1f-9b92-8a3a4cee5adf&quot;"/>
    <we:property name="embedUrl" value="&quot;/reportEmbed?reportId=c0c1eb7f-a735-4bb4-94d1-8e7fa49f6d8e&amp;config=eyJjbHVzdGVyVXJsIjoiaHR0cHM6Ly9XQUJJLVNPVVRILUVBU1QtQVNJQS1DLVBSSU1BUlktcmVkaXJlY3QuYW5hbHlzaXMud2luZG93cy5uZXQiLCJlbWJlZEZlYXR1cmVzIjp7InVzYWdlTWV0cmljc1ZOZXh0Ijp0cnVlfX0%3D&amp;disableSensitivityBanner=true&amp;storytellingChangeViewModeShortcutKeys=true&quot;"/>
    <we:property name="backgroundColor" value="&quot;#F9F7F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nishant rawat</cp:lastModifiedBy>
  <cp:revision>3</cp:revision>
  <dcterms:created xsi:type="dcterms:W3CDTF">2018-06-07T21:39:02Z</dcterms:created>
  <dcterms:modified xsi:type="dcterms:W3CDTF">2026-07-10T19:40:37Z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